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每日店鋪維護系統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FFDD"/>
                </a:solidFill>
              </a:rPr>
              <a:t>開發討論會議報告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EEBB"/>
                </a:solidFill>
              </a:rPr>
              <a:t>Daily Store Maintenance System — Development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日翊資訊  ×  全家便利商店（FamilyMart）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FFDD"/>
                </a:solidFill>
              </a:rPr>
              <a:t>2026 年 4 月 15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議程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07592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前台操作介面  —  改善項目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11095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56815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84248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全管家串接現況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87752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33472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6090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角色權限對應總覽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64408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10127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IOT 設備串接規劃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41064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86784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14216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後台 WEB 報表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90872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資料留存時間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94375"/>
            <a:ext cx="658368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40095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67527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下一步行動項目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前台操作介面  —  改善項目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Frontend UX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194560" cy="5120640"/>
          </a:xfrm>
          <a:prstGeom prst="rect">
            <a:avLst/>
          </a:prstGeom>
          <a:solidFill>
            <a:srgbClr val="F0F8F2"/>
          </a:solidFill>
          <a:ln>
            <a:solidFill>
              <a:srgbClr val="CCE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2194560" cy="41148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16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9164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小店長連結（免登入）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31720"/>
            <a:ext cx="20116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店長可直接產生連結，小店長透過
連結存取系統，無需帳號密碼登入。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188720"/>
            <a:ext cx="2194560" cy="5120640"/>
          </a:xfrm>
          <a:prstGeom prst="rect">
            <a:avLst/>
          </a:prstGeom>
          <a:solidFill>
            <a:srgbClr val="F0F8F2"/>
          </a:solidFill>
          <a:ln>
            <a:solidFill>
              <a:srgbClr val="CCE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1188720"/>
            <a:ext cx="2194560" cy="41148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216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69164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設備溫度自動帶入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331720"/>
            <a:ext cx="20116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自動帶入上一筆紀錄溫度；
若無紀錄則帶入標準預設溫度值。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1188720"/>
            <a:ext cx="2194560" cy="5120640"/>
          </a:xfrm>
          <a:prstGeom prst="rect">
            <a:avLst/>
          </a:prstGeom>
          <a:solidFill>
            <a:srgbClr val="F0F8F2"/>
          </a:solidFill>
          <a:ln>
            <a:solidFill>
              <a:srgbClr val="CCE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79" y="1188720"/>
            <a:ext cx="2194560" cy="41148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1216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19" y="169164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咖啡機自檢項目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331720"/>
            <a:ext cx="20116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新增咖啡機自主檢查表單，
確保每日機台清潔與品質標準。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199" y="1188720"/>
            <a:ext cx="2194560" cy="5120640"/>
          </a:xfrm>
          <a:prstGeom prst="rect">
            <a:avLst/>
          </a:prstGeom>
          <a:solidFill>
            <a:srgbClr val="F0F8F2"/>
          </a:solidFill>
          <a:ln>
            <a:solidFill>
              <a:srgbClr val="CCE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199" y="1188720"/>
            <a:ext cx="2194560" cy="41148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9" y="1216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69164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GPS 定位功能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331720"/>
            <a:ext cx="20116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記錄填寫位置，確認店員於店內
完成作業，提高紀錄可信度。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19" y="1188720"/>
            <a:ext cx="2194560" cy="5120640"/>
          </a:xfrm>
          <a:prstGeom prst="rect">
            <a:avLst/>
          </a:prstGeom>
          <a:solidFill>
            <a:srgbClr val="F0F8F2"/>
          </a:solidFill>
          <a:ln>
            <a:solidFill>
              <a:srgbClr val="CCE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19" y="1188720"/>
            <a:ext cx="2194560" cy="41148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19" y="1216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59" y="169164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擔當轄區完成狀況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59" y="2331720"/>
            <a:ext cx="20116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擔當可即時查看轄區所有店鋪
每日工作的完成進度概覽。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全管家串接現況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FamilyMart Backend Integration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0" cy="2560320"/>
          </a:xfrm>
          <a:prstGeom prst="rect">
            <a:avLst/>
          </a:prstGeom>
          <a:solidFill>
            <a:srgbClr val="FFF8E5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  ⚠  申請進行中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已與全家資訊部門確認，
開發文件已提供。
因申請流程尚未完成，
目前無法使用全管家進行驗證。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5029200" cy="2560320"/>
          </a:xfrm>
          <a:prstGeom prst="rect">
            <a:avLst/>
          </a:prstGeom>
          <a:solidFill>
            <a:srgbClr val="F0F8F2"/>
          </a:solidFill>
          <a:ln>
            <a:solidFill>
              <a:srgbClr val="00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✓  已完成項目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874519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✓  取得開發文件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21991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✓  確認 API 規格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569463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✓  確認驗證機制設計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040"/>
                </a:solidFill>
              </a:rPr>
              <a:t>後續進程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2103120" cy="50292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申請送出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7548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663440"/>
            <a:ext cx="2103120" cy="50292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4663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全家審核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7548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5776" y="4663440"/>
            <a:ext cx="2103120" cy="5029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4663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測試環境開通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47548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4663440"/>
            <a:ext cx="2103120" cy="5029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4663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正式串接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47548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4663440"/>
            <a:ext cx="2103120" cy="5029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2" y="4663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上線驗證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</a:rPr>
              <a:t>目前狀態：申請進行中（等待全家審核）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角色權限對應總覽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Role &amp; Permission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9555480" cy="301752"/>
          </a:xfrm>
          <a:prstGeom prst="rect">
            <a:avLst/>
          </a:prstGeom>
          <a:solidFill>
            <a:srgbClr val="00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430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功能頁面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14300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店員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14300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店長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114300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小店長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1424" y="114300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擔當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1143000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管理員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444752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4447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員工首頁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144475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44475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144475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44475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1444752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746504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74650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每日工作確認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174650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74650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174650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174650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174650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048256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04825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衛生自主管理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204825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204825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204825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204825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2048256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350008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35000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店鋪點檢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235000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235000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235000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1424" y="235000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2350008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651760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265176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異常回報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265176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265176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76672" y="265176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4" y="265176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5" y="2651760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2953512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29535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設備清潔保養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7168" y="29535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29535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76672" y="29535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21424" y="295351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5" y="2953512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255264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325526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咖啡機自檢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87168" y="325526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0" y="325526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76672" y="325526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21424" y="325526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5" y="325526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557016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35570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月報統計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7168" y="355701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355701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76672" y="355701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21424" y="355701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66175" y="3557016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858768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385876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小店長連結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87168" y="3858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3858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76672" y="3858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21424" y="3858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66175" y="3858768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4160520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416052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管理總覽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87168" y="416052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1920" y="416052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76672" y="416052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21424" y="416052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66175" y="4160520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4462272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44622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店鋪狀況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87168" y="446227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31920" y="446227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76672" y="446227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21424" y="4462272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66175" y="4462272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4764024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476402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紀錄查閱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87168" y="476402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31920" y="476402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76672" y="476402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21424" y="476402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66175" y="476402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8600" y="5065776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506577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異常管理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87168" y="506577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31920" y="506577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76672" y="506577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21424" y="506577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66175" y="5065776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5367528"/>
            <a:ext cx="9555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4320" y="53675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數據統計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87168" y="536752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31920" y="536752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76672" y="536752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21424" y="536752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66175" y="5367528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669280"/>
            <a:ext cx="9555480" cy="301752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74320" y="566928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神秘客稽查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87168" y="566928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566928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376672" y="566928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21424" y="566928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66175" y="5669280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738360" y="1143000"/>
            <a:ext cx="2148840" cy="114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84080" y="1170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圖例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784080" y="14813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040"/>
                </a:solidFill>
              </a:rPr>
              <a:t>✓  擁有此頁面權限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784080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—  無此頁面存取權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IOT 設備串接規劃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IoT Device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303520" cy="2423160"/>
          </a:xfrm>
          <a:prstGeom prst="rect">
            <a:avLst/>
          </a:prstGeom>
          <a:solidFill>
            <a:srgbClr val="F0F8F2"/>
          </a:solidFill>
          <a:ln>
            <a:solidFill>
              <a:srgbClr val="00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303520" cy="41148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全管家 IOT 現況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●  每天僅接收一次 IOT 設備資料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●  資料頻率較低，無法即時反映設備狀態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303520" cy="2423160"/>
          </a:xfrm>
          <a:prstGeom prst="rect">
            <a:avLst/>
          </a:prstGeom>
          <a:solidFill>
            <a:srgbClr val="E8F4FF"/>
          </a:solidFill>
          <a:ln>
            <a:solidFill>
              <a:srgbClr val="00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建議整合方案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→  將 IOT 資料提供給每日店鋪維護系統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→  讓店員即時確認設備狀態並填寫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11247120" cy="2468880"/>
          </a:xfrm>
          <a:prstGeom prst="rect">
            <a:avLst/>
          </a:prstGeom>
          <a:solidFill>
            <a:srgbClr val="FFF8E5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11247120" cy="4114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86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⚠  待確認議題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❓  IOT 面板資料傳輸頻率（目前一天一次，是否可提高？）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56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❓  異常狀況觸發機制（如何即時推播或通知店員？）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046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❓  傳輸協議與格式規格確認（API / MQTT / Webhook？）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後台 WEB 報表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Backend Web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7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5074920"/>
          </a:xfrm>
          <a:prstGeom prst="rect">
            <a:avLst/>
          </a:prstGeom>
          <a:solidFill>
            <a:srgbClr val="F4F4F4"/>
          </a:solidFill>
          <a:ln>
            <a:solidFill>
              <a:srgbClr val="00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394960" cy="54864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方案 A：資料傳輸給全家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由本系統傳送資料至全家，
由全家自行開發 WEB 報表，
用於店鋪考核作業。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0292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優點：整合進全家現有生態系
考量：開發時程依賴全家排程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394960" cy="5074920"/>
          </a:xfrm>
          <a:prstGeom prst="rect">
            <a:avLst/>
          </a:prstGeom>
          <a:solidFill>
            <a:srgbClr val="F4F4F4"/>
          </a:solidFill>
          <a:ln>
            <a:solidFill>
              <a:srgbClr val="00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5394960" cy="54864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方案 B：日翊自行開發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由日翊資訊獨立開發 WEB 報表，
需符合全家對外 WEB 框架
與權限管理規範。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886200"/>
            <a:ext cx="50292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97763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優點：靈活度高、排程自主
考量：需符合全家對外框架規格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* 建議本次會議確認方案選擇，以利後續開發規劃。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資料留存時間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Data Retention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1521440" cy="475488"/>
          </a:xfrm>
          <a:prstGeom prst="rect">
            <a:avLst/>
          </a:prstGeom>
          <a:solidFill>
            <a:srgbClr val="00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8872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資料類型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188720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建議留存期限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18872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說明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642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每日工作確認紀錄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642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2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6420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符合食品衛生相關法規稽查需求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39696"/>
            <a:ext cx="11521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13969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衛生自主管理紀錄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39696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2 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3969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食安法規 / 衛生局稽查備查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15184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61518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異常回報紀錄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615184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2 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1518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問題追蹤與改善歷程留存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90672"/>
            <a:ext cx="11521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09067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設備清潔保養紀錄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090672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1 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09067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設備維護管理週期對應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566160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56616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咖啡機自檢紀錄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566160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1 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56616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品質管理與設備保固對應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041648"/>
            <a:ext cx="11521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04164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神秘客稽查結果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0416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3 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04164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總部考核依據長期保存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517136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451713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IOT 設備溫度資料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517136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1 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51713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設備管理 / 異常追蹤需求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992624"/>
            <a:ext cx="11521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99262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登入與存取日誌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992624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040"/>
                </a:solidFill>
              </a:rPr>
              <a:t>6 個月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99262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資安稽核與異常存取分析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212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* 具體留存期限建議與全家法遵部門確認後定案。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下一步行動項目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</a:rPr>
              <a:t>Next 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日翊資訊 × FamilyMart 每日店鋪維護系統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1521440" cy="475488"/>
          </a:xfrm>
          <a:prstGeom prst="rect">
            <a:avLst/>
          </a:prstGeom>
          <a:solidFill>
            <a:srgbClr val="00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18872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1887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18872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18872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負責方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11887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目標時程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64208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685800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64208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66420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全管家申請跟進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664208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追蹤申請進度，取得測試環境帳號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664208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6BFF"/>
                </a:solidFill>
              </a:rPr>
              <a:t>日翊資訊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6642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待全家回覆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39696"/>
            <a:ext cx="11521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139696"/>
            <a:ext cx="685800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139696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13969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IOT 規格確認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139696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確認傳輸頻率、異常通知機制與 API 格式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139696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6BFF"/>
                </a:solidFill>
              </a:rPr>
              <a:t>雙方確認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139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本次會議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15184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615184"/>
            <a:ext cx="685800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615184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6151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WEB 報表方案決定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615184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確認由全家或日翊開發後台報表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615184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6BFF"/>
                </a:solidFill>
              </a:rPr>
              <a:t>雙方決策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61518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本次會議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90672"/>
            <a:ext cx="11521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090672"/>
            <a:ext cx="685800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090672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09067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資料留存政策確認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3090672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與全家法遵確認各類資料留存期限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09067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6BFF"/>
                </a:solidFill>
              </a:rPr>
              <a:t>全家法遵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0906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下次會議前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66160"/>
            <a:ext cx="11521440" cy="475488"/>
          </a:xfrm>
          <a:prstGeom prst="rect">
            <a:avLst/>
          </a:prstGeom>
          <a:solidFill>
            <a:srgbClr val="F0F8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3566160"/>
            <a:ext cx="685800" cy="475488"/>
          </a:xfrm>
          <a:prstGeom prst="rect">
            <a:avLst/>
          </a:prstGeom>
          <a:solidFill>
            <a:srgbClr val="0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56616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35661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D30"/>
                </a:solidFill>
              </a:rPr>
              <a:t>前台改善項目開發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3566160"/>
            <a:ext cx="4709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完成五項改善功能的開發與測試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56616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6BFF"/>
                </a:solidFill>
              </a:rPr>
              <a:t>日翊資訊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356616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2026/05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